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5" r:id="rId1"/>
  </p:sldMasterIdLst>
  <p:notesMasterIdLst>
    <p:notesMasterId r:id="rId20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72" r:id="rId11"/>
    <p:sldId id="273" r:id="rId12"/>
    <p:sldId id="274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6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975D6-E928-4326-B007-C178CE3C3E5A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15EA4-23EA-4443-9A2F-C6BA3D2B15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059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15EA4-23EA-4443-9A2F-C6BA3D2B15D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007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8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6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0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12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8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4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6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0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2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6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81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9847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73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01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51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8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67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8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43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  <p:sldLayoutId id="2147483981" r:id="rId16"/>
    <p:sldLayoutId id="2147483982" r:id="rId17"/>
    <p:sldLayoutId id="214748398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FBE786-6711-767B-9992-C17CC32D3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005" y="0"/>
            <a:ext cx="9144000" cy="5831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557DC4-0510-3890-D2A8-6D87ECDE77F2}"/>
              </a:ext>
            </a:extLst>
          </p:cNvPr>
          <p:cNvSpPr txBox="1"/>
          <p:nvPr/>
        </p:nvSpPr>
        <p:spPr>
          <a:xfrm>
            <a:off x="4669277" y="6090414"/>
            <a:ext cx="67315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effectLst/>
              </a:rPr>
              <a:t>SUBMITTED TO :- POONAM YADAV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30560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mouse devices can be restrictive or inaccessible.</a:t>
            </a:r>
          </a:p>
          <a:p>
            <a:r>
              <a:t>There is a need for an alternative, contactless, intuitive way to interact with computers.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Implement complete mouse functionality using hand gestures.</a:t>
            </a:r>
          </a:p>
          <a:p>
            <a:r>
              <a:t>- Achieve precise and smooth cursor movement.</a:t>
            </a:r>
          </a:p>
          <a:p>
            <a:r>
              <a:t>- Enable left-click, right-click, double-click, drag, and scroll.</a:t>
            </a:r>
          </a:p>
          <a:p>
            <a:r>
              <a:t>- Provide real-time performance and visual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Full mouse control using hand gestures.</a:t>
            </a:r>
          </a:p>
          <a:p>
            <a:r>
              <a:t>- Real-time feedback with gesture visualization.</a:t>
            </a:r>
          </a:p>
          <a:p>
            <a:r>
              <a:t>- Robust and responsive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Software:</a:t>
            </a:r>
          </a:p>
          <a:p>
            <a:r>
              <a:t>- Python 3.x</a:t>
            </a:r>
          </a:p>
          <a:p>
            <a:r>
              <a:t>- OpenCV</a:t>
            </a:r>
          </a:p>
          <a:p>
            <a:r>
              <a:t>- MediaPipe Hands</a:t>
            </a:r>
          </a:p>
          <a:p>
            <a:r>
              <a:t>- PyAutoGUI</a:t>
            </a:r>
          </a:p>
          <a:p>
            <a:r>
              <a:t>- NumPy</a:t>
            </a:r>
          </a:p>
          <a:p>
            <a:endParaRPr/>
          </a:p>
          <a:p>
            <a:r>
              <a:t>Hardware:</a:t>
            </a:r>
          </a:p>
          <a:p>
            <a:r>
              <a:t>- Computer with Webcam</a:t>
            </a:r>
          </a:p>
          <a:p>
            <a:r>
              <a:t>- Optional GPU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Capture video using webcam</a:t>
            </a:r>
          </a:p>
          <a:p>
            <a:r>
              <a:t>- Detect hand and track landmarks</a:t>
            </a:r>
          </a:p>
          <a:p>
            <a:r>
              <a:t>- Recognize gestures</a:t>
            </a:r>
          </a:p>
          <a:p>
            <a:r>
              <a:t>- Map gestures to mouse actions</a:t>
            </a:r>
          </a:p>
          <a:p>
            <a:r>
              <a:t>- Provide visual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Capture Frame → Detect Hands → Identify Gestures →</a:t>
            </a:r>
          </a:p>
          <a:p>
            <a:r>
              <a:t>Map to Mouse Action → Visual Feedback → Repeat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F90345-4A21-9D0B-5E6C-DB507AF02BE7}"/>
              </a:ext>
            </a:extLst>
          </p:cNvPr>
          <p:cNvSpPr txBox="1"/>
          <p:nvPr/>
        </p:nvSpPr>
        <p:spPr>
          <a:xfrm>
            <a:off x="807402" y="243840"/>
            <a:ext cx="6200140" cy="1837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4445">
              <a:lnSpc>
                <a:spcPct val="115000"/>
              </a:lnSpc>
              <a:spcAft>
                <a:spcPts val="1000"/>
              </a:spcAft>
              <a:buNone/>
              <a:tabLst>
                <a:tab pos="457200" algn="l"/>
                <a:tab pos="723900" algn="l"/>
              </a:tabLst>
            </a:pPr>
            <a:r>
              <a:rPr lang="en-IN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 Chart</a:t>
            </a:r>
            <a:br>
              <a:rPr lang="en-IN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4445">
              <a:lnSpc>
                <a:spcPct val="115000"/>
              </a:lnSpc>
              <a:spcAft>
                <a:spcPts val="1000"/>
              </a:spcAft>
              <a:buNone/>
              <a:tabLst>
                <a:tab pos="457200" algn="l"/>
                <a:tab pos="7239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flowchart illustrates the system’s process: capturing webcam frames, detecting hands, identifying gestures, and executing mouse actions, looping back for continuous operation.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4445">
              <a:lnSpc>
                <a:spcPct val="115000"/>
              </a:lnSpc>
              <a:spcAft>
                <a:spcPts val="1000"/>
              </a:spcAft>
              <a:tabLst>
                <a:tab pos="457200" algn="l"/>
                <a:tab pos="7239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BE71C-2796-0B3A-135A-4B4E59EA1A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81" y="1965960"/>
            <a:ext cx="3342640" cy="4643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595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Cursor movement with index finger</a:t>
            </a:r>
          </a:p>
          <a:p>
            <a:r>
              <a:t>- Left-click by thumb-index touch</a:t>
            </a:r>
          </a:p>
          <a:p>
            <a:r>
              <a:t>- Right-click by thumb-middle finger touch</a:t>
            </a:r>
          </a:p>
          <a:p>
            <a:r>
              <a:t>- Drag-and-drop using pinch gestures</a:t>
            </a:r>
          </a:p>
          <a:p>
            <a:r>
              <a:t>- Scroll with specific hand movements</a:t>
            </a:r>
          </a:p>
          <a:p>
            <a:r>
              <a:t>- Visual feedback with mouse icon color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704D8C-39C1-FC6B-2A0E-0E1954013EB8}"/>
              </a:ext>
            </a:extLst>
          </p:cNvPr>
          <p:cNvSpPr txBox="1"/>
          <p:nvPr/>
        </p:nvSpPr>
        <p:spPr>
          <a:xfrm>
            <a:off x="1219329" y="4939806"/>
            <a:ext cx="6199504" cy="1880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853440" algn="l"/>
              </a:tabLst>
            </a:pP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853440" algn="l"/>
              </a:tabLst>
            </a:pPr>
            <a:r>
              <a:rPr lang="en-IN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53440" algn="l"/>
              </a:tabLst>
            </a:pPr>
            <a:r>
              <a:rPr lang="en-IN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Description</a:t>
            </a:r>
            <a:r>
              <a:rPr lang="en-IN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Webcam feed showing hand landmarks, index finger raised, cursor movement active, with a pink circle on the index finger</a:t>
            </a:r>
            <a:r>
              <a:rPr lang="en-IN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2973E-2ACA-6CB7-546F-985043792C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328" y="1199151"/>
            <a:ext cx="6199505" cy="40926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1AB2CD-FB3E-EEFD-22AA-27459C517E0F}"/>
              </a:ext>
            </a:extLst>
          </p:cNvPr>
          <p:cNvSpPr txBox="1"/>
          <p:nvPr/>
        </p:nvSpPr>
        <p:spPr>
          <a:xfrm>
            <a:off x="1219329" y="489192"/>
            <a:ext cx="4990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Cursor Movement Window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8987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D1FB51-F8F1-F9BA-7D10-B9C3C4E2C5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187" y="1631632"/>
            <a:ext cx="6397625" cy="35947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A72313-B70B-FD2E-5B61-5F1F53F65999}"/>
              </a:ext>
            </a:extLst>
          </p:cNvPr>
          <p:cNvSpPr txBox="1"/>
          <p:nvPr/>
        </p:nvSpPr>
        <p:spPr>
          <a:xfrm>
            <a:off x="1373187" y="752355"/>
            <a:ext cx="4990288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Left Click Detection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B1A95E-E00E-FB5C-8F34-5A1312C42F5A}"/>
              </a:ext>
            </a:extLst>
          </p:cNvPr>
          <p:cNvSpPr txBox="1"/>
          <p:nvPr/>
        </p:nvSpPr>
        <p:spPr>
          <a:xfrm>
            <a:off x="1089499" y="5589959"/>
            <a:ext cx="6322978" cy="64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Description</a:t>
            </a:r>
            <a:r>
              <a:rPr lang="en-IN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Feed during a left click, showing “LEFT CLICK” text, green circles on thumb and index finger, and a connecting line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5451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85F7CC-E56A-B3B7-8D8B-D8783853E091}"/>
              </a:ext>
            </a:extLst>
          </p:cNvPr>
          <p:cNvSpPr txBox="1"/>
          <p:nvPr/>
        </p:nvSpPr>
        <p:spPr>
          <a:xfrm>
            <a:off x="1298643" y="595299"/>
            <a:ext cx="4990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Scrolling Interface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1269B-A52B-9016-294B-C93FA93814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643" y="1309883"/>
            <a:ext cx="6113834" cy="37774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781AE3-CF8D-1D24-0044-E9C15DB85A82}"/>
              </a:ext>
            </a:extLst>
          </p:cNvPr>
          <p:cNvSpPr txBox="1"/>
          <p:nvPr/>
        </p:nvSpPr>
        <p:spPr>
          <a:xfrm>
            <a:off x="1121114" y="5340249"/>
            <a:ext cx="4990288" cy="923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853440" algn="l"/>
              </a:tabLst>
            </a:pPr>
            <a:r>
              <a:rPr lang="en-IN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Description</a:t>
            </a:r>
            <a:r>
              <a:rPr lang="en-IN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Feed during scrolling, showing “SCROLL UP” text, two-finger gesture, and a green line indicating scroll direction.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538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Smooth and accurate mouse movement</a:t>
            </a:r>
          </a:p>
          <a:p>
            <a:r>
              <a:t>- Stable left and right click detection</a:t>
            </a:r>
          </a:p>
          <a:p>
            <a:r>
              <a:t>- Drag and scroll working effectively</a:t>
            </a:r>
          </a:p>
          <a:p>
            <a:r>
              <a:t>- Real-time performance with minimal lag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 physical device required</a:t>
            </a:r>
          </a:p>
          <a:p>
            <a:r>
              <a:t>- Highly hygienic and touch-free</a:t>
            </a:r>
          </a:p>
          <a:p>
            <a:r>
              <a:t>- User-friendly and intuitive</a:t>
            </a:r>
          </a:p>
          <a:p>
            <a:r>
              <a:t>- Helpful for physically challenged users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Lighting and background can affect detection</a:t>
            </a:r>
          </a:p>
          <a:p>
            <a:r>
              <a:t>- May cause hand fatigue over long use</a:t>
            </a:r>
          </a:p>
          <a:p>
            <a:r>
              <a:t>- Accuracy can vary with rapid movements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successfully demonstrates a full-featured, touch-free mouse system using hand gestures, enhancing accessibility and offering an innovative way to interact with computers.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Gesture customization options</a:t>
            </a:r>
          </a:p>
          <a:p>
            <a:r>
              <a:t>- Integration with AR/VR</a:t>
            </a:r>
          </a:p>
          <a:p>
            <a:r>
              <a:t>- Multi-hand gesture support</a:t>
            </a:r>
          </a:p>
          <a:p>
            <a:r>
              <a:t>- Voice and gesture hybrid control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61</TotalTime>
  <Words>454</Words>
  <Application>Microsoft Office PowerPoint</Application>
  <PresentationFormat>On-screen Show (4:3)</PresentationFormat>
  <Paragraphs>76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Symbol</vt:lpstr>
      <vt:lpstr>Times New Roman</vt:lpstr>
      <vt:lpstr>Tw Cen MT</vt:lpstr>
      <vt:lpstr>Droplet</vt:lpstr>
      <vt:lpstr>PowerPoint Presentation</vt:lpstr>
      <vt:lpstr>Problem Statement</vt:lpstr>
      <vt:lpstr>Objectives</vt:lpstr>
      <vt:lpstr>Scope of the Project</vt:lpstr>
      <vt:lpstr>Requirements</vt:lpstr>
      <vt:lpstr>Methodology</vt:lpstr>
      <vt:lpstr>Flow Diagram</vt:lpstr>
      <vt:lpstr>PowerPoint Presentation</vt:lpstr>
      <vt:lpstr>Features Implemented</vt:lpstr>
      <vt:lpstr>PowerPoint Presentation</vt:lpstr>
      <vt:lpstr>PowerPoint Presentation</vt:lpstr>
      <vt:lpstr>PowerPoint Presentation</vt:lpstr>
      <vt:lpstr>Results</vt:lpstr>
      <vt:lpstr>Advantages</vt:lpstr>
      <vt:lpstr>Limitations</vt:lpstr>
      <vt:lpstr>Conclusion</vt:lpstr>
      <vt:lpstr>Future Scope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Navneet Kumar</dc:creator>
  <cp:keywords/>
  <dc:description>generated using python-pptx</dc:description>
  <cp:lastModifiedBy>Navneet Kumar</cp:lastModifiedBy>
  <cp:revision>4</cp:revision>
  <dcterms:created xsi:type="dcterms:W3CDTF">2013-01-27T09:14:16Z</dcterms:created>
  <dcterms:modified xsi:type="dcterms:W3CDTF">2025-05-07T06:45:25Z</dcterms:modified>
  <cp:category/>
</cp:coreProperties>
</file>